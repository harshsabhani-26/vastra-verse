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2C2C"/>
                </a:solidFill>
              </a:defRPr>
            </a:pPr>
            <a:r>
              <a:t>M&amp;H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B7455"/>
                </a:solidFill>
              </a:defRPr>
            </a:pPr>
            <a:r>
              <a:t>UI Showcase &amp; Design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Home Page</a:t>
            </a:r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085" y="914400"/>
            <a:ext cx="4748229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 Listing (Shop)</a:t>
            </a:r>
          </a:p>
        </p:txBody>
      </p:sp>
      <p:pic>
        <p:nvPicPr>
          <p:cNvPr id="5" name="Picture 4" descr="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553" y="914400"/>
            <a:ext cx="4051293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 Detail Page</a:t>
            </a:r>
          </a:p>
        </p:txBody>
      </p:sp>
      <p:pic>
        <p:nvPicPr>
          <p:cNvPr id="5" name="Picture 4" descr="produc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326" y="914400"/>
            <a:ext cx="3003746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Shopping Cart</a:t>
            </a:r>
          </a:p>
        </p:txBody>
      </p:sp>
      <p:pic>
        <p:nvPicPr>
          <p:cNvPr id="5" name="Picture 4" descr="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818" y="914400"/>
            <a:ext cx="3532762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Checkout</a:t>
            </a:r>
          </a:p>
        </p:txBody>
      </p:sp>
      <p:pic>
        <p:nvPicPr>
          <p:cNvPr id="5" name="Picture 4" descr="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247" y="914400"/>
            <a:ext cx="3131904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Profile</a:t>
            </a:r>
          </a:p>
        </p:txBody>
      </p:sp>
      <p:pic>
        <p:nvPicPr>
          <p:cNvPr id="5" name="Picture 4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926" y="914400"/>
            <a:ext cx="3370547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2C2C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